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772400" cy="3474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Fallos Judiciales sobre Delitos Informáticos y Propiedad Intelectual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UTN FRCU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Legislación Aplicada a la Informática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Roberto C. Villarrubia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5486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5943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Transformación digital</a:t>
            </a:r>
          </a:p>
          <a:p>
            <a:r>
              <a:t>• Nuevos desafíos jurídicos</a:t>
            </a:r>
          </a:p>
          <a:p>
            <a:r>
              <a:t>• Privacidad y propiedad intelectual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Caso Lanata (1999)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291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Ideas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09728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Divulgación de e-mail privado</a:t>
            </a:r>
          </a:p>
          <a:p>
            <a:r>
              <a:t>• Debate jurídico</a:t>
            </a:r>
          </a:p>
          <a:p>
            <a:r>
              <a:t>• Privacidad de las comunicaciones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Fallo Lanata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1280160"/>
          </a:xfrm>
          <a:prstGeom prst="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E-mail = correspondencia protegida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0" y="1371600"/>
            <a:ext cx="2194560" cy="1280160"/>
          </a:xfrm>
          <a:prstGeom prst="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Interpretación extensiva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194560" cy="1280160"/>
          </a:xfrm>
          <a:prstGeom prst="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Base para Ley 26.388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772400" cy="3474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¿Por qué estoy de acuerdo?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Protección efectiva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Evita vacíos legales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Adaptación tecnológica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54480" y="54864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SAGAI c/ Google y YouTube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280160"/>
            <a:ext cx="5943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Derechos de intérpretes</a:t>
            </a:r>
          </a:p>
          <a:p>
            <a:r>
              <a:t>• Monetización</a:t>
            </a:r>
          </a:p>
          <a:p>
            <a:r>
              <a:t>• Reclamo económico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6400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Resultado del conflicto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29184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Ideas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09728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• Safe Harbour</a:t>
            </a:r>
          </a:p>
          <a:p>
            <a:r>
              <a:t>• Sin solución efectiva</a:t>
            </a:r>
          </a:p>
          <a:p>
            <a:r>
              <a:t>• Proceso prolongado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¿Por qué estoy en desacuerdo?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2194560" cy="1280160"/>
          </a:xfrm>
          <a:prstGeom prst="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YouTube obtiene beneficios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17520" y="1371600"/>
            <a:ext cx="2194560" cy="1280160"/>
          </a:xfrm>
          <a:prstGeom prst="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Asimetría de poder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371600"/>
            <a:ext cx="2194560" cy="1280160"/>
          </a:xfrm>
          <a:prstGeom prst="rect">
            <a:avLst/>
          </a:prstGeom>
          <a:solidFill>
            <a:srgbClr val="E2E8F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Necesidad de regulación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548640"/>
            <a:ext cx="7772400" cy="347472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6858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6E6E6"/>
                </a:solidFill>
              </a:defRPr>
            </a:pPr>
            <a:r>
              <a:t>Lanata: avance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SAGAI: desafío pendiente</a:t>
            </a:r>
          </a:p>
          <a:p>
            <a:pPr>
              <a:defRPr sz="1800">
                <a:solidFill>
                  <a:srgbClr val="E6E6E6"/>
                </a:solidFill>
              </a:defRPr>
            </a:pPr>
            <a:r>
              <a:t>El derecho debe evolucionar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