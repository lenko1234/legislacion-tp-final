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Saludar y presentar el tema en una frase: analizamos casi 700 ofertas laborales reales de Data Science publicadas en Glassdoor, para entender que influye en el salario y poder agruparlas segun su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dataset (que informacion tiene) y la pregunta central del analisis. Cerrar conectando con la utilidad: sirve tanto para empresas como para candidatos.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 y explicar 2 o 3 ejemplos con tus palabras, sin leer la tabla entera. Cerrar con la frase: por que importaba limpiar los datos antes de analizar.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transicion. Anunciar que se van a ver tres modelos distintos, cada uno con un objetivo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regresion: el modelo aprende de ejemplos con salario real para predecir un numero. Mencionar que variables mas influyen (rating y tamano de empresa) y usar la analogia de la inmobiliaria.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se invento una categoria (baja/media/alta) dividiendo el salario en tres grupos, y que el modelo aprendio a predecir esa categoria. Mencionar que acerto en una proporcion alta de los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clustering no usa ninguna etiqueta, el sistema descubre los grupos solo. Describir brevemente los 3 perfiles encontrados con tus propias palabras segun lo que dio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solo de transicion: en este momento se minimiza la presentacion y se abre el archivo de Power BI para mostrar el dashboard funcionando en vivo. Recorrer las paginas, aplicar algun filtro para mostrar que es interactivo, y mostrar los graficos y KPIs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todo con la utilidad practica real. Terminar reconociendo la limitacion del modelo para dar seriedad y mostrar pensamiento critico, no solo mostrar resultados 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de respaldo, no forma parte del relato principal. Tenerlo a mano por si la profesora pregunta algo del estilo durante o despues de la exposicion.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Abrir a preguntas del grupo o de la profesora.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7A6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F7A6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PRACTICO INTEGRADOR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de Ofertas Laborales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Data Science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 Science Job Postings (Glassdoor)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  -  Regresion  -  Clasificacion  -  Clustering  - 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que se trata este trabajo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700 ofertas laborales reales para puestos de Data Science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empresa, rubro, tamano, calificacion (rating), ubicacion y salario estimado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publica, publicada en Glassdoor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central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37960" y="2651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7E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puede predecir cuanto va a pagar una empresa por un puesto de Data Science, segun sus caracteristicas?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42976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para empresas: saber si pagan un salario competitivo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para candidatos: saber que salario esperar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limpieza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reales nunca vienen perfectos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005840" cy="10058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731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no limpiabamos esto, el modelo iba a aprender de informacion incorrecta. Es como hacer una encuesta y descartar las respuestas en blanco antes de sacar un promedio.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50292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encontrado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pasaba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se hizo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81360" cy="306324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291840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Calificaciones marcadas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"-1"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Eran datos faltantes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disfrazados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reemplazaron por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Categorias de empresa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"-1"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problema: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informacion faltante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completaron con 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mas frecuente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Algunos salarios no 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pudieron calcular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Ofertas con sueldo "por hora"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vez de rango 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descartaron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esas pocas filas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Tamano de empresa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"desconocido"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Algunas ofertas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informaban empleados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completo con un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7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 tipico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F7A6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 intento predecir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que se encontro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distintas de analizar los mismos datos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el salario exacto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418320" y="594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mostro al sistema cientos de ofertas con su salario real, para que aprenda que caracteristicas se relacionan con sueldos mas altos o mas bajos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mas influye en el salario: la calificacion de la empresa (rating) y su tamano, mas que las habilidades tecnicas pedidas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acierta el salario exacto siempre, pero da una estimacion razonable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12280" y="1600200"/>
            <a:ext cx="4709160" cy="4389120"/>
          </a:xfrm>
          <a:prstGeom prst="roundRect">
            <a:avLst>
              <a:gd name="adj" fmla="val 2500"/>
            </a:avLst>
          </a:prstGeom>
          <a:solidFill>
            <a:srgbClr val="F4F1E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86600" y="2286000"/>
            <a:ext cx="4160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como cuando una inmobiliaria estima el precio de una casa segun el barrio y los metros cuadrados, sin saber el precio final exacto.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Salario bajo, medio o alto?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235440" y="594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adivinar el numero exacto, se le pidio al sistema que clasifique cada oferta en una categoria: baja, media o alta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la categoria correcta en una proporcion alta de los casos de prueba, un buen resultado para este tipo de problema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responder rapido: esta oferta paga por arriba o por debajo del promedio?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42062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C97A6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4526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salario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42062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0" y="4526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38912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salario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42062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0F7A6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92440" y="4526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924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salario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ofertas parecidas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509760" y="594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 no se le dio ninguna respuesta al sistema: se le pidio que agrupe las ofertas por similitud, sin saber de antemano cuales son parecidas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fueron 3 grupos o "perfiles" de ofertas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muestra que el mercado de Data Science no es uniforme: hay distintos segmentos de oferta laboral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12280" y="169164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4F1EA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1984248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0" y="1984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18120" y="1856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grandes y bien calificadas, salarios altos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310896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4F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0880" y="3401568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401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1812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18120" y="3611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intermedio, salario y tamano medios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12280" y="452628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4F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7040880" y="4818888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4818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818120" y="4690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18120" y="5029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mas chicas, salarios mas bajos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EN VIVO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en Power BI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3931920"/>
          </a:xfrm>
          <a:prstGeom prst="roundRect">
            <a:avLst>
              <a:gd name="adj" fmla="val 279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F7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Cambiar a la pantalla del Power BI 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F7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sirve esto en la vida real?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85800" y="1554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tipo de analisis lo usan areas de Recursos Humanos y consultoras de seleccion de personal, para tomar decisiones con datos en vez de "a ojo".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5146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si el salario ofrecido esta por debajo o por encima del mercado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5146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26280" y="3154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mejor, sabiendo que rango de salario es razonable para su perfil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09560" y="25146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381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Consultoras de RRHH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38160" y="3154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los grupos (clusters) para enfocar sus busquedas segun el tipo de empresa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754880"/>
            <a:ext cx="10789920" cy="146304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limitacion importante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52852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es perfecto: hay factores que influyen en el salario real que no estan en los datos, como la negociacion personal o el costo de vida exacto de cada ciudad. Sirve como guia orientativa, no como verdad absoluta.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93192" cy="393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preguntas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16916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828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eligieron este dataset?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60120" y="22402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informacion real del mercado laboral de Data Science, relevante para nuestra carrera y con suficiente variedad para analizar.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32918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429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predice bien?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razonable, no perfecta. Una parte del salario depende de factores que no estan en los datos.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89204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4F1E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0292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decision les costo mas tomar?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54406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hacer con los datos faltantes: en vez de borrarlos, completamos con valores razonables cuando era poca cantidad.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F7A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Postings - Glassdoor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TPI - Analisis de Datos Glassdoor</dc:title>
  <dc:subject>PptxGenJS Presentation</dc:subject>
  <dc:creator>TPI Data Science</dc:creator>
  <cp:lastModifiedBy>TPI Data Science</cp:lastModifiedBy>
  <cp:revision>1</cp:revision>
  <dcterms:created xsi:type="dcterms:W3CDTF">2026-06-19T03:24:59Z</dcterms:created>
  <dcterms:modified xsi:type="dcterms:W3CDTF">2026-06-19T03:24:59Z</dcterms:modified>
</cp:coreProperties>
</file>